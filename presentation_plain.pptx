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ПРОФЕССИОНАЛЬНОЕ ОБРАЗОВАТЕЛЬНОЕ ЧАСТНОЕ УЧРЕЖДЕНИЕ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«ИЖЕВСКИЙ ТЕХНИКУМ ЭКОНОМИКИ, УПРАВЛЕНИЯ И ПРАВА УДМУРТПОТРЕБСОЮЗА»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КУРСОВАЯ РАБОТА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Сопровождение информационной системы ресторана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Студент: Наговицын Ян Владиславович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Специальность: 09.02.07 Информационные системы и программирование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Группа: ИСП 34-9   Курс: 3   Форма обучения: Очная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Ижевск,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Актуальность, цель и задачи исследования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Актуальность: цифровая трансформация ресторанного бизнеса требует качественного сопровождения ИС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Сбои в работе системы ведут к прямым финансовым потерям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Сопровождение на практике носит реактивный, а не проактивный характер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Объект: информационная система ресторана для управления процессами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Предмет: процесс сопровождения информационной системы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Цель: разработать рекомендации по оптимизации сопровождения ИС ресторана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Задачи: проанализировать теоретические основы; выявить проблемы и риски; изучить существующие системы; разработать рекомендации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Глава 1. Теоретические основы сопровождения ИС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Сопровождение ИС — совокупность мероприятий по поддержанию работоспособности системы в течение всего жизненного цикла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Виды сопровождения: корректирующее (устранение ошибок), адаптивное (адаптация к изменениям среды), совершенствующее (расширение функционала), методическое (обучение персонала)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Архитектуры ИС ресторана: клиент-серверная, трёхзвенная, облачная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Подсистемы ИС: управление заказами, складской учёт, финансовый учёт, управление персоналом, аналитика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Нормативная база: ФЗ № 152-ФЗ «О персональных данных», законодательство о ККТ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Глава 2. Характеристика ресторана «Гурман»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Ресторан «Гурман», г. Ижевск, основан в 2019 году, форма — ООО, ОКВЭД 56.10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Площадь: 420 м², 120 посадочных мест, 28 сотрудников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Средний чек: 1 800–2 500 руб.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Выручка 2025 г.: 31 870 тыс. руб. (+12% к 2024 г.)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Чистая прибыль 2025 г.: 2 150 тыс. руб. (+45,3%)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Рентабельность продаж: 6,7% (рост на 1,5 п.п.)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Проблема: фудкост 31–33% при норме 27–29%, потери на складе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Глава 2. Информационная система ресторана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ИС разработана автором на фреймворке Flask (Python), база данных — SQLite (restaurant.db)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Прошла два этапа: клиентский веб-сайт (v1) → полноценная операционная система (v2)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Модули: управление заказами, меню, бронирование столиков, складской учёт, программа лояльности, аналитика, управление персоналом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Роли: Администратор, Менеджер, Официант, Кладовщик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Жизненный цикл заказа: Открыт → Готовится → Готов → Закрыт / Отменён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Текущее сопровождение: ручные проверки, резервное копирование по требованию, инструкции в Приложении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Глава 2–3. Проблемы и предложенные решения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1: Высокий фудкост (31–33%) → решение: автоматические уведомления при снижении запасов ниже минимума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2: Реактивное сопровождение → решение: ежедневный мониторинг доступности сервера, алерты при сбоях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3: Отсутствие регламента → решение: утверждённый регламент с ежедневными, еженедельными и ежемесячными задачами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4: Сбои интеграции с фискальными устройствами → решение: проверка интеграции как обязательная часть сопровождения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5: Текучесть персонала → решение: актуальная база знаний, инструкции пользователей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Глава 3. Рекомендации по совершенствованию сопровождения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Техническое сопровождение: ежедневные проверки доступности (http://&lt;IP&gt;:5000), автоматическое резервное копирование (7 ежедневных + 3 ежемесячных копий)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Организационное сопровождение: регламент задач IT-администратора, ролевая модель доступа, политика информационной безопасности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Обновление зависимостей Python ежемесячно; аудит учётных записей; HTTPS при размещении в интернете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Ожидаемый эффект: снижение простоев на 30–40%, снижение фудкоста до нормы 27–29%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Гипотеза подтверждена: систематическое сопровождение повышает надёжность и эффективность ИС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ПРОФЕССИОНАЛЬНОЕ ОБРАЗОВАТЕЛЬНОЕ ЧАСТНОЕ УЧРЕЖДЕНИЕ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«ИЖЕВСКИЙ ТЕХНИКУМ ЭКОНОМИКИ, УПРАВЛЕНИЯ И ПРАВА УДМУРТПОТРЕБСОЮЗА»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КУРСОВАЯ РАБОТА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Сопровождение информационной системы ресторана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Студент: Наговицын Ян Владиславович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Специальность: 09.02.07 Информационные системы и программирование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Группа: ИСП 34-9   Курс: 3   Форма обучения: Очная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Ижевск,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2026-05-23T18:23:11Z</dcterms:created>
  <dcterms:modified xsi:type="dcterms:W3CDTF">2026-05-23T18:23:11Z</dcterms:modified>
</cp:coreProperties>
</file>